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3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8A5C8-E57B-4863-BF29-BC381764F4CA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87D29-B79D-4F32-B96D-321B50A916D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652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speaker note test.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87D29-B79D-4F32-B96D-321B50A916D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7993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E2A8-0968-D530-95AA-305893A31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989D4-381C-6690-4389-3A28FC201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CF4AD-8A08-B830-01AC-EC12872A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4EF2A-1F1C-A2C2-5980-1724162B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66831-751F-FFF6-AAFD-BAD0D968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192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53DB-A150-8BC8-FFC0-F53475BF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10A42-A553-D095-4D6A-D1F975C4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68989-0924-08A5-1B96-0C8F814D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CF437-109C-BE22-C8BA-AE807F7C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7F26D-73E1-CE76-C796-C84F5E86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453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95F3-4698-3322-C04C-E22C3958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11AD3-871B-FA10-81E2-F14C1B3FB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68D4-443B-1691-0B3D-71653C0B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97214-BF7E-487A-BBC7-B8D45FCB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BF491-2945-5225-9238-58C0AA5C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5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76D1D-F9B9-E0FB-5BBF-8F06FE14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ADA0A-086E-757B-A07C-CE9C20C60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EDBE8-8A9E-62E6-AC4B-34966D83A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2BFE5-6FC1-12BE-936B-AFC9D847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4C5B9-AFC9-FEF4-4E81-FEE7676A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5DBFE-23BB-9D6B-B469-998AE639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671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73E5-87B2-6F17-BCF0-1A9EB3C5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EE8BA-722C-0F3A-1B26-8DD47F2F2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006E9-1002-0CA9-3009-BFEA09EF7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CDC66-B4A2-35C0-C7BD-C96B74B18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C3549-D7AD-204B-03C3-A2A822133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DB3AF-B851-86FD-6345-1DA7CA1A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0A8EC-9C22-BB61-F6F3-EA606EF0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D7FC6B-31D1-5518-1611-B74200E21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036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2912-A155-A7DC-BA91-7DA05F14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5D806B-9B39-2224-326A-F4F2F860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3949C-C075-4DB5-3802-7E5A6D87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D764C-C06E-80AA-1975-1807934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905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8A1226-4F90-E98E-7BB6-E1068B96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FE4ED-7EB1-CCC6-BA0E-333D36FD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B09F-CA59-480D-622B-840944D0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579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8746-A130-2952-2C77-61ECEBE2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EFF28-C122-2AF0-6446-1C6B9E222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F2F55-85AD-E0F3-9852-8D946000F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5978B-EDE5-9811-DABF-F213784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C03B3-80C2-A589-0815-219F5BB3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2D5DC-2A03-B110-68E1-EC97EE3B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462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26E5-12AE-DDB2-E8D8-4F6ACD09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D5B1A-C60A-582B-C57D-99B396EAF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6CB45-104B-3BBB-0397-AC30756E2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0F7AB-9DCA-C625-D284-B3BEC5AF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04FE3-CCC8-0572-2CE3-9954AA6A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C038B-13B1-597E-F020-2C03F2C5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19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3F52-E048-5DBE-3026-B6D610F2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AE96F-C0A8-A9A1-16A8-4C2F1A67D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03E44-2AF1-BFF5-7683-1EBB73F7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1C07-D2BF-103D-29B3-B7A2E29B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C3172-AF30-5C69-146B-80AE89B6C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011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36ED0-DB68-B2B8-C16D-3FA14F9AD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56A13-DF97-5D01-B962-81A276DA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70488-323F-4848-805F-AD06C876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16255-EC18-EED1-15DC-D47C0624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1269B-1760-B3EA-37D4-4982ED3D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673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1B71B-6CE1-C2E4-7551-BFB2C2E7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E90F7-CC63-A749-3329-6F7075239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DBB43-730C-64B9-D4BE-C7F3E68B1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A292A-9341-439D-B3E7-568D9046AE45}" type="datetimeFigureOut">
              <a:rPr lang="en-SG" smtClean="0"/>
              <a:t>26/3/2026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58CB0-CDFF-46C1-9B50-BD8CF75D2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A1A6F-2EA6-36D4-78F3-AEB0258B2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60219-FCCD-417F-9AC4-D1D1220C23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8529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399E0-2A91-9F45-4EEB-56D0E2A1D632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SG"/>
              <a:t>Test Slide</a:t>
            </a:r>
          </a:p>
        </p:txBody>
      </p:sp>
    </p:spTree>
    <p:extLst>
      <p:ext uri="{BB962C8B-B14F-4D97-AF65-F5344CB8AC3E}">
        <p14:creationId xmlns:p14="http://schemas.microsoft.com/office/powerpoint/2010/main" val="2308038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Mustaqim Bin Aziz</dc:creator>
  <cp:lastModifiedBy>Muhammad Mustaqim Bin Aziz</cp:lastModifiedBy>
  <cp:revision>1</cp:revision>
  <dcterms:created xsi:type="dcterms:W3CDTF">2026-03-26T13:33:06Z</dcterms:created>
  <dcterms:modified xsi:type="dcterms:W3CDTF">2026-03-26T13:33:06Z</dcterms:modified>
</cp:coreProperties>
</file>